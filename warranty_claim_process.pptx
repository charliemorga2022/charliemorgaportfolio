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45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WARRANTY CLAIM PROCESS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269748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A1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Salesforce Case Management Workflow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retailer-raised warranty case moves from submission to approval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Prepared by Charlie Morga  ·  Warranty Administrator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502920" cy="54864"/>
          </a:xfrm>
          <a:prstGeom prst="rect">
            <a:avLst/>
          </a:prstGeom>
          <a:solidFill>
            <a:srgbClr val="2451B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45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stages, start to finish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AFAF7"/>
          </a:solidFill>
          <a:ln w="12700">
            <a:solidFill>
              <a:srgbClr val="DAD8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423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51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Raised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Retailer submits a warranty claim in Salesforce, creating a new Case record.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86784" y="361188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AFAF7"/>
          </a:solidFill>
          <a:ln w="12700">
            <a:solidFill>
              <a:srgbClr val="DA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423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51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17720" y="3200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Claim Info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74904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account name, purchase date, model &amp; serial number, and customer name.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90104" y="361188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E7EDF9"/>
          </a:solidFill>
          <a:ln w="12700">
            <a:solidFill>
              <a:srgbClr val="DAD8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423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51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321040" y="3200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374904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is approved (or returned for correction) and the record is updated.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45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Reviewing claim information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case is checked against five key fields before it moves to approval.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451B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21031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Name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297680" y="21031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the retail partner submitting the claim.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25496"/>
            <a:ext cx="10881360" cy="0"/>
          </a:xfrm>
          <a:prstGeom prst="line">
            <a:avLst/>
          </a:prstGeom>
          <a:noFill/>
          <a:ln w="12700">
            <a:solidFill>
              <a:srgbClr val="DAD8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990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451B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90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9443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Purchase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297680" y="2944368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the tool is still within its warranty window.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666744"/>
            <a:ext cx="10881360" cy="0"/>
          </a:xfrm>
          <a:prstGeom prst="line">
            <a:avLst/>
          </a:prstGeom>
          <a:noFill/>
          <a:ln w="12700">
            <a:solidFill>
              <a:srgbClr val="DAD8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831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451B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78561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Number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297680" y="3785616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the exact product covered by the claim.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507992"/>
            <a:ext cx="10881360" cy="0"/>
          </a:xfrm>
          <a:prstGeom prst="line">
            <a:avLst/>
          </a:prstGeom>
          <a:noFill/>
          <a:ln w="12700">
            <a:solidFill>
              <a:srgbClr val="DAD8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67258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451B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72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462686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 Number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297680" y="4626864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the specific unit to manufacturing and recall records.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349240"/>
            <a:ext cx="10881360" cy="0"/>
          </a:xfrm>
          <a:prstGeom prst="line">
            <a:avLst/>
          </a:prstGeom>
          <a:noFill/>
          <a:ln w="12700">
            <a:solidFill>
              <a:srgbClr val="DAD8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55138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451B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513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546811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Name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297680" y="5468112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Ties the claim to the end user for follow-up and documentation.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451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&amp; my role in the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E7EDF9"/>
          </a:solidFill>
          <a:ln w="12700">
            <a:solidFill>
              <a:srgbClr val="DAD8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51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approved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83464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status updated in Salesforce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tracked via SAP through the service center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booking processed if replacement is needed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filed for factory recall records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96596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AFAF7"/>
          </a:solidFill>
          <a:ln w="12700">
            <a:solidFill>
              <a:srgbClr val="DAD8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22860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responsibilities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0" y="28346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every claim against retailer &amp; product records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status to end users and service partners by email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monthly reports on aged, pending &amp; completed claims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6B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 discrepancies and unusual cases for review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2026-07-27T01:41:46Z</dcterms:created>
  <dcterms:modified xsi:type="dcterms:W3CDTF">2026-07-27T01:41:46Z</dcterms:modified>
</cp:coreProperties>
</file>